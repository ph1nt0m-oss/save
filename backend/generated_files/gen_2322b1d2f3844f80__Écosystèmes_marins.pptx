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Écosystèmes marins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écosystèmes marins couvrent la majorité de la surface de la Terre et abritent une biodiversité exceptionnelle.</a:t>
            </a:r>
          </a:p>
          <a:p>
            <a:r>
              <a:t>Ils fournissent des services essentiels : production d’oxygène, régulation du climat, ressources alimentaires.</a:t>
            </a:r>
          </a:p>
          <a:p>
            <a:r>
              <a:t>Ils incluent notamment les récifs coralliens, herbiers marins, mangroves et le large océanique.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Espèces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Phytoplancton : base de la chaîne alimentaire et grand contributeur à l’oxygène atmosphérique.</a:t>
            </a:r>
          </a:p>
          <a:p>
            <a:r>
              <a:t>Coraux : ingénieurs d’écosystèmes, créent des habitats pour de nombreuses espèces.</a:t>
            </a:r>
          </a:p>
          <a:p>
            <a:r>
              <a:t>Requins et grands prédateurs : régulent les populations et maintiennent l’équilibre écologique.</a:t>
            </a:r>
          </a:p>
          <a:p>
            <a:r>
              <a:t>Herbiers et mangroves : nurseries pour poissons, stockage de carbone, protection des côtes.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Réchauffement et acidification des océans : blanchissement des coraux, impacts sur les coquillages.</a:t>
            </a:r>
          </a:p>
          <a:p>
            <a:r>
              <a:t>Pollution : plastiques, hydrocarbures, excès de nutriments (eutrophisation).</a:t>
            </a:r>
          </a:p>
          <a:p>
            <a:r>
              <a:t>Surpêche et pêche destructrice : déséquilibres trophiques, perte de biodiversité.</a:t>
            </a:r>
          </a:p>
          <a:p>
            <a:r>
              <a:t>Destruction des habitats côtiers : urbanisation, dragage, déforestation des mangroves.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